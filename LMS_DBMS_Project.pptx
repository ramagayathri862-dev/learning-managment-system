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Management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Applications Analysis and Proposed System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7680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279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Gayathri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7000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47000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Chandana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5120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Srivalli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5541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55412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Chakrika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Database Management Systems (DBMS)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an educational institution need an LMS?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8016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academic activities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assignments, quizzes, attendance and marks are often managed through separate, disconnected tools.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80160" y="2715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access needed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single place to access courses, materials, assignments, quizzes and their marks.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80160" y="3858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workload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206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need an efficient way to manage courses, assessments and track student performance.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80160" y="5001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 manual processes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3492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these activities separately increases administrative effort and chances of error.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2860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Learning Management System can centralize academic activities into one reliable, relational-database-backed platform.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315200" y="3931920"/>
            <a:ext cx="4023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416052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existing LMS platforms first, to clearly justify what our system will do differently.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LMS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widely-used platforms studied for this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highly customizable LMS, widely used by universities.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1488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0916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Classroom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Classroom-focused platform tightly integrated with Google Workspace.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488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59536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LMS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LMS designed specifically for educational institutions.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Moodle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already do?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materials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21214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LMS with centralized course and user management.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2004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363016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JavaScript, HTML/CSS. Supports relational databases.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47091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4846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51389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 of features can make it complex for beginners to configure and use.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Classroom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already do?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creation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management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Drive / Docs / Meet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21214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classroom management with strong integration into the Google Workspace ecosystem.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2004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363016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infrastructure; web and mobile applications; Google Workspace integration.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47091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4846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51389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dependency on the Google ecosystem limits flexibility for institutions using other platforms.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LMS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already do?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394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Gradebook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6916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212140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LMS built on a SaaS model for institutional deployment.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320040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3630168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applications; cloud infrastructure; APIs and external integrations.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47091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4846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5138928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feature set is often more suited to large institutions than a small/simple classroom system.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of Existing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Moodle, Google Classroom and Canvas stack up against our LMS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286000"/>
                <a:gridCol w="2011680"/>
                <a:gridCol w="1737360"/>
              </a:tblGrid>
              <a:tr h="467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Classroom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LMS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Quizzes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(plugins)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(integrations)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College-focused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Classroom-focused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Institution-focused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 / Research Gap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did we identify in existing systems?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943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LMS platforms provide more features than required for a small college or classroom.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systems require more configuration, administration and maintenance effort.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 depends heavily on the Google ecosystem.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institutions require customized academic workflows.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assignments, assessments and academic records often need institution-specific handling.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846320" cy="2926080"/>
          </a:xfrm>
          <a:prstGeom prst="roundRect">
            <a:avLst>
              <a:gd name="adj" fmla="val 3750"/>
            </a:avLst>
          </a:prstGeom>
          <a:solidFill>
            <a:srgbClr val="065A82"/>
          </a:solidFill>
          <a:ln w="19050">
            <a:solidFill>
              <a:srgbClr val="F2A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78040" y="2377440"/>
            <a:ext cx="4206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a need for a simple and customizable LMS focused on the essential academic requirements of a college.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 →  Research Gap  →  Our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Learning Management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roles, one centralized relational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201168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83080" y="3246120"/>
            <a:ext cx="1097280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oversight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20116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34840" y="2788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69280" y="3246120"/>
            <a:ext cx="10972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4290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&amp; materials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&amp; attendance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7373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0" y="2011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321040" y="2788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55480" y="3246120"/>
            <a:ext cx="10972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4290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courses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LMS Improves Upon Existing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only on essential academic features.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College-oriented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09160" y="21214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student, faculty and admin requirements.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21040" y="14630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664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5360" y="212140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Courses, assignments, attendance, quizzes and results in one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301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8736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 can be adapted to institutional requirements.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6301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DBMS-focused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408736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relational database to maintain academic records and relationships.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21040" y="34290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6301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to manage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0" y="408736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clear functionality for Admin, Faculty and Students.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not to replace large LMS platforms, but to provide a simpler, more focused LMS for college-level academic management.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  |  DBMS Project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2026-08-18T16:14:52Z</dcterms:created>
  <dcterms:modified xsi:type="dcterms:W3CDTF">2026-08-18T16:14:52Z</dcterms:modified>
</cp:coreProperties>
</file>